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Service Readiness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fictional deck for Vaultwright mirror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Readiness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ownership confirmed before shipment</a:t>
            </a:r>
          </a:p>
          <a:p>
            <a:pPr/>
            <a:r>
              <a:t>Client hub links discovery, delivery, and support notes</a:t>
            </a:r>
          </a:p>
          <a:p>
            <a:pPr/>
            <a:r>
              <a:t>Escalation assumptions captured in the playbook</a:t>
            </a:r>
          </a:p>
          <a:p>
            <a:pPr/>
            <a:r>
              <a:t>Open risks stay visible in one client 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 Manufacturing 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needed: inspection scope priority</a:t>
            </a:r>
          </a:p>
          <a:p>
            <a:pPr/>
            <a:r>
              <a:t>Barcode validation path is lower implementation risk</a:t>
            </a:r>
          </a:p>
          <a:p>
            <a:pPr/>
            <a:r>
              <a:t>Visual defect detection offers higher client value</a:t>
            </a:r>
          </a:p>
          <a:p>
            <a:pPr/>
            <a:r>
              <a:t>Pilot proposal should preserve both as phased options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Vaultwright Example</dc:creator>
  <cp:keywords/>
  <dc:description>Vaultwright Example</dc:description>
  <cp:lastModifiedBy>Vaultwright Example</cp:lastModifiedBy>
  <cp:revision>1</cp:revision>
  <dcterms:created xsi:type="dcterms:W3CDTF">2013-01-27T09:14:16Z</dcterms:created>
  <dcterms:modified xsi:type="dcterms:W3CDTF">2013-01-27T09:15:58Z</dcterms:modified>
  <cp:category/>
</cp:coreProperties>
</file>